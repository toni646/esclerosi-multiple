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Hoy os enseño en 10 minutos de dónde partimos, cómo he organizado el proyecto, qué he aprendido de los datos y qué haré ahora. Al final tengo tres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Partimos del artículo de MSLesSeg (Scientific Data 2025): un dataset público de 75 pacientes y un benchmark de 4 modelos. Su modelo gana en Dice por muy poco, pero es el que menos lesiones detecta (LTPR 0,625). Además no prueban nnU-Net, no hacen tests estadísticos y no se puede reproducir exactamente.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pregunta: partiendo de un modelo fuerte, ¿podemos detectar más lesiones pequeñas y menos falsas, y funciona en distintos escáneres? Cinco objetivos: reproducir, nnU-Net como referencia, mi aportación (O3), robustez y reproducibilidad. No diseño una red desde cero: hago cambios concretos a nnU-Net y los comparo con tests estadísticos.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organizado el proyecto para que sea reproducible (MLOps). GitHub con issues, milestones y tablero para planificar. Estructura estándar Cookiecutter. Entorno conda. DVC para versionar los datos y el pipeline, y MLflow para registrar cada experimento. Entrenaré en Kaggle mientras no haya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el análisis exploratorio. Antes de entrenar nada, he medido las 115 resonancias para responder cuatro preguntas: qué es una lesión (cómo se cuentan), cómo son los datos, si nos podemos fiar de ellos y qué implica todo esto para los modelos. El objetivo es entender los datos y justificar cada decisión con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dar cifras de lesiones, un problema: el artículo da números de lesiones (28,9 y 41,2 de media) y usa métricas que cuentan lesiones, LTPR y LFPR, pero no explica cómo separa la máscara en lesiones individuales. Por ejemplo, dos grupos de vóxeles que se tocan solo por una esquina: ¿son una lesión o dos? Si no usamos la misma regla, nuestros números no serán comparables.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Imaginad la imagen como cubitos (vóxeles). El cubito rojo es un vóxel de lesión; los azules son los vecinos que se consideran de la misma lesión. Con conectividad 6 solo cuentan los que comparten una cara (arriba, abajo, izquierda, derecha, delante, detrás). Con 18 también los que comparten una arista, y con 26 también los que solo tocan por una esquina. ¿Cuál usaron los autores? Lo vemos en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se delimita cada lesión. Dos vóxeles de lesión pertenecen a la misma lesión si comparten una cara: la suma de las diferencias de sus coordenadas es 1 (conectividad 6). Una lesión es el conjunto máximo de vóxeles conectados así. Esto importa para LTPR y LFPR, que cuentan lesiones; el Dice no depende de ello. Importante: el artículo no lo dice. Lo hemos deducido: con conectividad 6 obtenemos exactamente sus números en los 115 estudios, y con 18 o 26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regla de conteo ya fijada, los hallazgos del EDA: hay muy poca lesión (0,3 % del cerebro), y dos de cada tres lesiones son pequeñas pero solo suman el 7 % del volumen. Por eso el Dice no ve bien las lesiones pequeñas.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resonancias no se hicieron todas con la misma máquina. El 87 % son Philips, pero hay GE, un Siemens y 5 sin información; en total 8 modelos, de 1,5 y 3 teslas y con cortes de 2 a 5 mm. El gráfico muestra que la intensidad (el brillo) cambia mucho según la máquina e incluso entre imágenes de la misma marca: el mismo tejido no tiene el mismo valor. Además, en el test hay bastantes más imágenes que no son Philips (27 %) que en el entrenamiento (4 %), así que el modelo se evalúa en máquinas que casi no ha visto. El artículo solo alinea los cerebros a un cerebro estándar y les quita el cráneo; no normaliza las intensidades ni da resultados por máquina. Nosotros normalizaremos cada imagen, añadiremos variaciones de brillo al entrenar y daremos los resultados separados por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encontrado problemas en los datos que el artículo no menciona: a P49_T2 le falta la T1, tres estudios están mal registrados y hay saltos grandes de volumen entre visitas. Las máscaras están bien alineadas, así que propongo mantenerlos y repetir los resultados sin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Siguientes pasos: crear los folds por paciente, programar las métricas (con conectividad 6), reproducir SwinUNETR y entrenar nnU-Net. Y cuatro preguntas: ¿hay GPU disponible?, ¿mantenemos los estudios problemáticos o los revisa un médico?, ¿estás de acuerdo con el enfoque en lesiones pequeñas?, ¿hay algún dataset externo para validar?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97-025-05250-y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toni646/Esclerosi-Multiple" TargetMode="External"/><Relationship Id="rId8" Type="http://schemas.openxmlformats.org/officeDocument/2006/relationships/hyperlink" Target="https://github.com/users/toni646/projects/1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9" Type="http://schemas.openxmlformats.org/officeDocument/2006/relationships/image" Target="../media/image-4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deck_tit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320040"/>
            <a:ext cx="4974336" cy="6217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659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segmentation of MS lesions in MRI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point, project setup and exploratory data analysis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892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Manel Frigola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point: the MSLesSeg study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8452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provides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patients, 115 studies, FLAIR + T1 + T2 + expert mask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to MNI, skull-stripped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train / 22 test patients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models, 5-fold cross-validation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2852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16736"/>
                <a:gridCol w="131673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MSSegDiff (theirs)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SwinUNETR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TransBTS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355080" y="352044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gaps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3931920"/>
            <a:ext cx="5285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Dice by a tiny margin, but the lowest lesion detection (LTPR)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nnU-Net baseline, no statistical tests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fully reproducible: no folds, no hyper-parameters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Guarnera F. et al. MSLesSeg: baseline and benchmarking of a new Multiple Sclerosis Lesion Segmentation dataset. Scientific Data 12, 920 (2025). </a:t>
            </a:r>
            <a:pPr indent="0" marL="0">
              <a:buNone/>
            </a:pPr>
            <a:r>
              <a:rPr lang="en-US" sz="105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doi.org/10.1038/s41597-025-05250-y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943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580644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Dice can hide missed small lesions: this is the gap the thesis addresses.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thesis aims to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from a strong baseline, can we detect more small MS lesions and fewer false ones, and does it hold across scanners?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SwinUNETR, as in the paper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16352" y="251460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baseline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(missing in the paper)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84064" y="251460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4064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small lesions, fewer false positives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51776" y="251460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776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scanner and on an external dataset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19488" y="251460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19488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9756648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 and experiments versioned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42239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88720" y="52578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architecture from scratch: targeted, measurable changes to nnU-Net, compared with paired statistical tests.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 is organised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19410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671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25 issues, 5 milestones and a project board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78308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8" y="194108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Cookiecutter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21671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data-science folder structure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8308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328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098280" y="21671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environment.yml: same libraries on any machine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3429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37033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3861328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DVC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40873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the data and runs the pipeline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297680" y="3429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26280" y="37033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288" y="3861328"/>
            <a:ext cx="342351" cy="3423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924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5349240" y="40873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experiment: config, metrics, code version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046720" y="3429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37033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28" y="3861328"/>
            <a:ext cx="342351" cy="34235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982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9098280" y="40873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(~30 h/week) until a server is available</a:t>
            </a:r>
            <a:endParaRPr lang="en-US" sz="13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5303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3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github.com/toni646/Esclerosi-Multiple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Project board: </a:t>
            </a:r>
            <a:pPr indent="0" marL="0">
              <a:buNone/>
            </a:pPr>
            <a:r>
              <a:rPr lang="en-US" sz="13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github.com/users/toni646/projects/1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548640" y="5760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90702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88720" y="57607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can be traced back to the exact code (Git), data (DVC) and configuration (MLflow) that produced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analysis: what we want to find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model, we measured every one of the 115 studies (FLAIR, T1, T2 and mask) to answer four questions: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87168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lesion?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402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6700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counts lesions but does not say how. Which rule reproduces its numbers?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487168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 data look like?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22402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6700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lesion there is, how big the lesions are, and which scanners acquired them.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87368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trust the data?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840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2702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images, badly registered studies, inconsistent masks.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087368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 for models?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0" y="3840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2702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metrics, normalisation and validation decisions.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ms_seg/eda.py measures each study (brain, lesions, intensities) and notebooks/2.0-tlb-eda.ipynb analyses the results; everything can be regenerated.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907024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88720" y="57607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data and justify every modelling decision with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counts lesions, but does not say how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reports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number of lesions per study: 28.9 (train) and 41.2 (test)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lesions of every study, in the dataset's clinical 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Lesion-wise metrics (LTPR, LFPR) that count lesions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report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mask is split into individual lesions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very small components are discarded</a:t>
            </a:r>
            <a:endParaRPr lang="en-US" sz="1600" dirty="0"/>
          </a:p>
        </p:txBody>
      </p:sp>
      <p:pic>
        <p:nvPicPr>
          <p:cNvPr id="10" name="Image 0" descr="connectivity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45849"/>
            <a:ext cx="4873752" cy="350910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25780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4223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52578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same rule, our lesion counts, LTPR and LFPR would not be comparable with the paper.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COUNTING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connectivity? The neighbours of a voxel in 3D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connectivity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29" y="1234440"/>
            <a:ext cx="10462437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5074920"/>
            <a:ext cx="274320" cy="274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47088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lesion voxel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5074920"/>
            <a:ext cx="274320" cy="27432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30368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that belong to the same lesion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0" y="5074920"/>
            <a:ext cx="27432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B7C3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13648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neighbours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57784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769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557784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decides when two touching voxels belong to the same lesion. Which one did the authors use?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COUNTING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lesion is delineated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715000" cy="4023360"/>
          </a:xfrm>
          <a:prstGeom prst="roundRect">
            <a:avLst>
              <a:gd name="adj" fmla="val 181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(connected components, 6-connectivity)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lesion voxels p = (x, y, z) and q = (x′, y′, z′) are neighbours if they share a face: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|x − x′| + |y − y′| + |z − z′| = 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lesion is a maximal set of mask voxels in which every pair is linked by a chain of such neighbours.</a:t>
            </a:r>
            <a:endParaRPr lang="en-US" sz="1350" dirty="0"/>
          </a:p>
        </p:txBody>
      </p:sp>
      <p:pic>
        <p:nvPicPr>
          <p:cNvPr id="11" name="Image 0" descr="connectivity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181" y="3611880"/>
            <a:ext cx="4719918" cy="1783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3796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 lesion-wise metrics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18288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LTPR = </a:t>
            </a:r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lesions touched by the prediction / reference lesions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LFPR = </a:t>
            </a:r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lesions not touching the reference / predicted lesions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does not depend on this rule (voxel-wise).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063240"/>
          <a:ext cx="5102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73352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with authors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lesions (train / 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6-connectivity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 of studies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 / 41.2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18-connectivity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42.6 % of studies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 / 40.0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26-connectivity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37.4 % of studies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 / 39.7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(Table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 / 41.2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48640" y="566928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338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state the rule: we inferred it from the released data (6-connectivity matches 115/115 studies).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in 115 studies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0.30 %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48716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brain is lesion (median)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51129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51129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lesions are ≤ 100 mm³…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354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453542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only this share of the volume</a:t>
            </a:r>
            <a:endParaRPr lang="en-US" sz="1350" dirty="0"/>
          </a:p>
        </p:txBody>
      </p:sp>
      <p:pic>
        <p:nvPicPr>
          <p:cNvPr id="18" name="Image 0" descr="eda_lesion_si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708" y="1417320"/>
            <a:ext cx="6876064" cy="32004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754880" y="475488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lesion counts and sizes use 6-connectivity, the authors' rule.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3387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887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Voxel-wise Dice is dominated by large lesions: small lesions need lesion-wise metrics and specific attention.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scanners, different images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studies from Philips; the rest GE, Siemens or unknown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models, 1.5 T and 3 T, slices 2–5 mm thick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27 % vs 4 %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800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non-Philips studies in test vs train</a:t>
            </a:r>
            <a:endParaRPr lang="en-US" sz="1350" dirty="0"/>
          </a:p>
        </p:txBody>
      </p:sp>
      <p:pic>
        <p:nvPicPr>
          <p:cNvPr id="15" name="Image 0" descr="eda_intensities_by_manufactu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98412"/>
            <a:ext cx="6903720" cy="214093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54880" y="370332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376732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paper handles it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4187952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to a common brain (MNI152)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stripping (BET)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intensity harmonisation; no results by scanner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93608" y="370332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76488" y="376732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76488" y="4187952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intensities of each image (z-score)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augmentation during training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metrics by scanner (Philips vs others)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66928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3387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intensities are not comparable between images, and the test set has more non-Philips scans: models must be robust to the scanner.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issues found and decisions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· 28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OK?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P49_T2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image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P44_T1, P45_T1, P53_T1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registration: brain 1.7–1.8× larger, cropped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P20, P49, P50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volume changes &gt; 3× between visits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11880"/>
            <a:ext cx="6675120" cy="1783080"/>
          </a:xfrm>
          <a:prstGeom prst="roundRect">
            <a:avLst>
              <a:gd name="adj" fmla="val 4103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03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1480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mention them, so they were most likely used.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studies (comparable with the paper) + sensitivity analysis without them.</a:t>
            </a:r>
            <a:endParaRPr lang="en-US" sz="1400" dirty="0"/>
          </a:p>
        </p:txBody>
      </p:sp>
      <p:pic>
        <p:nvPicPr>
          <p:cNvPr id="10" name="Image 0" descr="eda_check_regi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503" y="1371600"/>
            <a:ext cx="1975954" cy="4069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66928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338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not reported in the paper: documented, kept, and their effect will be measured.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models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B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two weeks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7744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cross-validation folds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0040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(Dice, LTPR, LFPR…, 6-conn.)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SwinUNETR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846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84632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nnU-Net baseline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1828800"/>
            <a:ext cx="4690872" cy="4160520"/>
          </a:xfrm>
          <a:prstGeom prst="roundRect">
            <a:avLst>
              <a:gd name="adj" fmla="val 1758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0116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9714" y="214335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86384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you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27432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GPU server or cluster I can use?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to keep the flagged studies + sensitivity analysis, or should a clinician review them?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agree with the focus on small lesions on top of nnU-Net?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external dataset available for validation?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lesion segmentation — weekly meeting</dc:title>
  <dc:subject>PptxGenJS Presentation</dc:subject>
  <dc:creator>Toni</dc:creator>
  <cp:lastModifiedBy>Toni</cp:lastModifiedBy>
  <cp:revision>1</cp:revision>
  <dcterms:created xsi:type="dcterms:W3CDTF">2026-09-27T22:04:56Z</dcterms:created>
  <dcterms:modified xsi:type="dcterms:W3CDTF">2026-09-27T22:04:56Z</dcterms:modified>
</cp:coreProperties>
</file>